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8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21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8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9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7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0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9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65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9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61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6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2167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346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15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381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28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7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1B8F32D-D8B6-4B9E-9CBF-DCAC30B7B93D}" type="datetimeFigureOut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750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ECFE93-495A-464E-9E0D-6DD808C2AA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12000"/>
          </a:blip>
          <a:srcRect l="9091" t="17853"/>
          <a:stretch/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61DC2B-9652-4EC9-90D9-D60EF8E28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385" y="215630"/>
            <a:ext cx="9064326" cy="947126"/>
          </a:xfrm>
        </p:spPr>
        <p:txBody>
          <a:bodyPr>
            <a:normAutofit/>
          </a:bodyPr>
          <a:lstStyle/>
          <a:p>
            <a:pPr algn="ctr"/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Elevator With 3 Floors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75EAF-F624-4F08-AC4E-E9B5AB45C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502" y="1787140"/>
            <a:ext cx="8188092" cy="4446477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No:- 08</a:t>
            </a:r>
          </a:p>
          <a:p>
            <a:pPr algn="l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by:-</a:t>
            </a:r>
          </a:p>
          <a:p>
            <a:pPr algn="l"/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Joy </a:t>
            </a:r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Saha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(1706189)</a:t>
            </a:r>
          </a:p>
          <a:p>
            <a:pPr algn="l"/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Ishtiaque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Ahmed (1706190)</a:t>
            </a:r>
          </a:p>
          <a:p>
            <a:pPr algn="l"/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Tasnim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Rahman (1706191)</a:t>
            </a:r>
          </a:p>
          <a:p>
            <a:pPr algn="l"/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Aong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Shay Sing </a:t>
            </a:r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Marma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(1706195)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67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4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DD8A-D7DD-4996-A493-390478F8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4000" b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US" sz="40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A9025DF-35E8-4462-8C54-50211E260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3056" y="1743124"/>
            <a:ext cx="5713790" cy="4626428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Keypad</a:t>
            </a:r>
          </a:p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Reed Switch Sensor</a:t>
            </a:r>
          </a:p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</a:t>
            </a:r>
          </a:p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motor</a:t>
            </a:r>
          </a:p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L293D motor driver</a:t>
            </a:r>
          </a:p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Breadboard</a:t>
            </a:r>
          </a:p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Jumper wires</a:t>
            </a:r>
          </a:p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Resistors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95000"/>
                </a:schemeClr>
              </a:solidFill>
            </a:endParaRPr>
          </a:p>
          <a:p>
            <a:endParaRPr lang="en-US" sz="200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96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688E1-72F5-4A9B-853C-38FF4798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000" y="541607"/>
            <a:ext cx="5347062" cy="78842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of the Elevator: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B24A-0A0C-4D03-A878-3C0C32531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999" y="1497496"/>
            <a:ext cx="6234958" cy="4818897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 is made of wood.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built an elevator with 3 floors.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picture containing indoor, table, dining table&#10;&#10;Description automatically generated">
            <a:extLst>
              <a:ext uri="{FF2B5EF4-FFF2-40B4-BE49-F238E27FC236}">
                <a16:creationId xmlns:a16="http://schemas.microsoft.com/office/drawing/2014/main" id="{0B01DE00-5722-4BF5-9B3B-7839B028D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284" y="584623"/>
            <a:ext cx="1501934" cy="5922319"/>
          </a:xfrm>
          <a:prstGeom prst="rect">
            <a:avLst/>
          </a:prstGeom>
        </p:spPr>
      </p:pic>
      <p:pic>
        <p:nvPicPr>
          <p:cNvPr id="7" name="Picture 6" descr="A picture containing text, indoor, bed, furniture&#10;&#10;Description automatically generated">
            <a:extLst>
              <a:ext uri="{FF2B5EF4-FFF2-40B4-BE49-F238E27FC236}">
                <a16:creationId xmlns:a16="http://schemas.microsoft.com/office/drawing/2014/main" id="{052170B4-040B-4D6B-A609-6731E1BC8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568" y="710102"/>
            <a:ext cx="1658213" cy="543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20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9CF2A-3D44-47C4-BE29-441672645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113" y="669926"/>
            <a:ext cx="10233800" cy="70402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Keypad: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A8D58A-3B87-4FFF-9651-87F88E496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934" y="1971418"/>
            <a:ext cx="3207936" cy="2915164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5864F9-08A9-4E11-B882-39DDF3EE0F59}"/>
              </a:ext>
            </a:extLst>
          </p:cNvPr>
          <p:cNvSpPr txBox="1"/>
          <p:nvPr/>
        </p:nvSpPr>
        <p:spPr>
          <a:xfrm>
            <a:off x="1663339" y="1971418"/>
            <a:ext cx="41146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used only three buttons of the keypad for the 3 floors of the elevator.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buttons are connected to three pins of the Arduino Uno.</a:t>
            </a:r>
          </a:p>
        </p:txBody>
      </p:sp>
    </p:spTree>
    <p:extLst>
      <p:ext uri="{BB962C8B-B14F-4D97-AF65-F5344CB8AC3E}">
        <p14:creationId xmlns:p14="http://schemas.microsoft.com/office/powerpoint/2010/main" val="4119235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A7C2-8784-4A9D-9403-2AC91B670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73139" cy="80106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Reed Switch Sensor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473C-8E21-4C64-9DA4-E136AC5E8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086"/>
            <a:ext cx="10233800" cy="43513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a kind of magnetic sensor.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sensor is used here to detect the elevator position.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three reed switch sensors are used here.</a:t>
            </a:r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C551318-1280-4A5D-BC53-5DA00D57C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535" y="1337646"/>
            <a:ext cx="3927665" cy="2091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41A211-9A88-4127-8F74-A62210A93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64" y="3490504"/>
            <a:ext cx="5304747" cy="244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7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16BB-0739-44D8-9B81-A1C53D570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000" y="483720"/>
            <a:ext cx="10233800" cy="50064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L293D motor driver: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A0B02-4D07-4CD9-8536-BAB9C364C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235" y="1610853"/>
            <a:ext cx="5386817" cy="5135954"/>
          </a:xfrm>
        </p:spPr>
        <p:txBody>
          <a:bodyPr/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L293D consists of two H-bridge.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driver IC receives  signals from the microprocessor and transmits the relative signal to the motors.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Microprocessors operate at low voltages and require a small amount of current to operate while motor requires higher voltages and current. As current cannot be supplied to the motors from the microprocessor, motor driver is needed.</a:t>
            </a:r>
          </a:p>
          <a:p>
            <a:endParaRPr lang="en-US" dirty="0"/>
          </a:p>
        </p:txBody>
      </p: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761054AE-2947-4C73-B3DB-819450134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148" y="1748457"/>
            <a:ext cx="4356652" cy="298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94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0C8EF-307D-4A4F-B76A-32CAD558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29" y="685408"/>
            <a:ext cx="10373139" cy="66854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motor along with L293D motor driver: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5D58-2793-4893-8631-45EAEDBF8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529" y="1896506"/>
            <a:ext cx="5907061" cy="5147469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DC motor, the input electrical energy is the direct current which is transformed into the mechanical rotation.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off state of the elevator, we have used a PWM of 50. For the upward moving of the elevator, we have used a PWM of 175. For the downward moving of the elevator, we have used a PWM of 30.</a:t>
            </a:r>
          </a:p>
        </p:txBody>
      </p:sp>
      <p:pic>
        <p:nvPicPr>
          <p:cNvPr id="5" name="Picture 4" descr="A close-up of some wires&#10;&#10;Description automatically generated with low confidence">
            <a:extLst>
              <a:ext uri="{FF2B5EF4-FFF2-40B4-BE49-F238E27FC236}">
                <a16:creationId xmlns:a16="http://schemas.microsoft.com/office/drawing/2014/main" id="{1740E92D-D0F8-4763-8E32-8D4EAE5CA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813291" y="1609436"/>
            <a:ext cx="3181931" cy="476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PU with binary numbers and blueprint">
            <a:extLst>
              <a:ext uri="{FF2B5EF4-FFF2-40B4-BE49-F238E27FC236}">
                <a16:creationId xmlns:a16="http://schemas.microsoft.com/office/drawing/2014/main" id="{38115789-A5FA-4773-9D9D-31ABD5E59F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12000"/>
          </a:blip>
          <a:srcRect/>
          <a:stretch/>
        </p:blipFill>
        <p:spPr>
          <a:xfrm>
            <a:off x="-225063" y="0"/>
            <a:ext cx="1219198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494E6AB-A8EF-4ADC-B187-6ABADCEB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5" y="2766218"/>
            <a:ext cx="11128717" cy="1325563"/>
          </a:xfrm>
        </p:spPr>
        <p:txBody>
          <a:bodyPr vert="horz" wrap="none" lIns="91440" tIns="45720" rIns="91440" bIns="45720" rtlCol="0" anchor="t">
            <a:normAutofit/>
          </a:bodyPr>
          <a:lstStyle/>
          <a:p>
            <a:pPr algn="ctr"/>
            <a:r>
              <a:rPr lang="en-US" sz="7200" b="1" spc="-300" dirty="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Hardware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44449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41B7-F1C9-4550-A6F5-7FFE0B20E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52" y="2766218"/>
            <a:ext cx="5112026" cy="1325563"/>
          </a:xfrm>
        </p:spPr>
        <p:txBody>
          <a:bodyPr>
            <a:normAutofit/>
          </a:bodyPr>
          <a:lstStyle/>
          <a:p>
            <a:r>
              <a:rPr lang="en-US" sz="8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80980656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159</TotalTime>
  <Words>283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Corbel</vt:lpstr>
      <vt:lpstr>Times New Roman</vt:lpstr>
      <vt:lpstr>Depth</vt:lpstr>
      <vt:lpstr>Elevator With 3 Floors</vt:lpstr>
      <vt:lpstr>Components:</vt:lpstr>
      <vt:lpstr>Frame of the Elevator:</vt:lpstr>
      <vt:lpstr>Keypad:</vt:lpstr>
      <vt:lpstr>Reed Switch Sensor:</vt:lpstr>
      <vt:lpstr>L293D motor driver:</vt:lpstr>
      <vt:lpstr>DC motor along with L293D motor driver:</vt:lpstr>
      <vt:lpstr>Hardware Demonstration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Elevator With Arduino</dc:title>
  <dc:creator>tasnimrahman862@gmail.com</dc:creator>
  <cp:lastModifiedBy>tasnimrahman862@gmail.com</cp:lastModifiedBy>
  <cp:revision>4</cp:revision>
  <dcterms:created xsi:type="dcterms:W3CDTF">2022-02-18T19:52:37Z</dcterms:created>
  <dcterms:modified xsi:type="dcterms:W3CDTF">2022-02-19T05:50:48Z</dcterms:modified>
</cp:coreProperties>
</file>